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836d45e7b4174" /><Relationship Type="http://schemas.openxmlformats.org/officeDocument/2006/relationships/extended-properties" Target="/docProps/app.xml" Id="Rba8fc6778a884760" /><Relationship Type="http://schemas.openxmlformats.org/officeDocument/2006/relationships/officeDocument" Target="/ppt/presentation.xml" Id="R72b5680c3c68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9fdbe0c8674cd9"/>
  </p:sldMasterIdLst>
  <p:notesMasterIdLst>
    <p:notesMasterId xmlns:r="http://schemas.openxmlformats.org/officeDocument/2006/relationships" r:id="R2759c6c631314259"/>
  </p:notesMasterIdLst>
  <p:sldIdLst>
    <p:sldId xmlns:r="http://schemas.openxmlformats.org/officeDocument/2006/relationships" id="256" r:id="Rb6c2dfa592f14936"/>
    <p:sldId xmlns:r="http://schemas.openxmlformats.org/officeDocument/2006/relationships" id="257" r:id="R88c583a6dca449e9"/>
    <p:sldId xmlns:r="http://schemas.openxmlformats.org/officeDocument/2006/relationships" id="258" r:id="R9955f5b2b32844bf"/>
    <p:sldId xmlns:r="http://schemas.openxmlformats.org/officeDocument/2006/relationships" id="259" r:id="R11577d190e204fb0"/>
    <p:sldId xmlns:r="http://schemas.openxmlformats.org/officeDocument/2006/relationships" id="260" r:id="Rf662ba53e8d648b7"/>
    <p:sldId xmlns:r="http://schemas.openxmlformats.org/officeDocument/2006/relationships" id="261" r:id="R7f8bab4f29a84769"/>
    <p:sldId xmlns:r="http://schemas.openxmlformats.org/officeDocument/2006/relationships" id="262" r:id="R158aa3ce0bc742ea"/>
    <p:sldId xmlns:r="http://schemas.openxmlformats.org/officeDocument/2006/relationships" id="263" r:id="R0bb6be38c0ac4b08"/>
    <p:sldId xmlns:r="http://schemas.openxmlformats.org/officeDocument/2006/relationships" id="264" r:id="Ra34cc3510ee642ff"/>
    <p:sldId xmlns:r="http://schemas.openxmlformats.org/officeDocument/2006/relationships" id="265" r:id="R5a78a74ee6ac40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d051cd99124d8d" /><Relationship Type="http://schemas.openxmlformats.org/officeDocument/2006/relationships/slideMaster" Target="/ppt/slideMasters/slideMaster1.xml" Id="Red9fdbe0c8674cd9" /><Relationship Type="http://schemas.openxmlformats.org/officeDocument/2006/relationships/notesMaster" Target="/ppt/notesMasters/notesMaster1.xml" Id="R2759c6c631314259" /><Relationship Type="http://schemas.openxmlformats.org/officeDocument/2006/relationships/presProps" Target="/ppt/presProps.xml" Id="Rab69080843134685" /><Relationship Type="http://schemas.openxmlformats.org/officeDocument/2006/relationships/tableStyles" Target="/ppt/tableStyles.xml" Id="R80826d261d934200" /><Relationship Type="http://schemas.openxmlformats.org/officeDocument/2006/relationships/slide" Target="/ppt/slides/slide1.xml" Id="Rb6c2dfa592f14936" /><Relationship Type="http://schemas.openxmlformats.org/officeDocument/2006/relationships/slide" Target="/ppt/slides/slide2.xml" Id="R88c583a6dca449e9" /><Relationship Type="http://schemas.openxmlformats.org/officeDocument/2006/relationships/slide" Target="/ppt/slides/slide3.xml" Id="R9955f5b2b32844bf" /><Relationship Type="http://schemas.openxmlformats.org/officeDocument/2006/relationships/slide" Target="/ppt/slides/slide4.xml" Id="R11577d190e204fb0" /><Relationship Type="http://schemas.openxmlformats.org/officeDocument/2006/relationships/slide" Target="/ppt/slides/slide5.xml" Id="Rf662ba53e8d648b7" /><Relationship Type="http://schemas.openxmlformats.org/officeDocument/2006/relationships/slide" Target="/ppt/slides/slide6.xml" Id="R7f8bab4f29a84769" /><Relationship Type="http://schemas.openxmlformats.org/officeDocument/2006/relationships/slide" Target="/ppt/slides/slide7.xml" Id="R158aa3ce0bc742ea" /><Relationship Type="http://schemas.openxmlformats.org/officeDocument/2006/relationships/slide" Target="/ppt/slides/slide8.xml" Id="R0bb6be38c0ac4b08" /><Relationship Type="http://schemas.openxmlformats.org/officeDocument/2006/relationships/slide" Target="/ppt/slides/slide9.xml" Id="Ra34cc3510ee642ff" /><Relationship Type="http://schemas.openxmlformats.org/officeDocument/2006/relationships/slide" Target="/ppt/slides/slide10.xml" Id="R5a78a74ee6ac40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0e50f7002841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38c55b19164f07" /><Relationship Type="http://schemas.openxmlformats.org/officeDocument/2006/relationships/notesMaster" Target="/ppt/notesMasters/notesMaster1.xml" Id="Rb1ed5fbe8f7b4f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1b967cc4bd4ddc" /><Relationship Type="http://schemas.openxmlformats.org/officeDocument/2006/relationships/notesMaster" Target="/ppt/notesMasters/notesMaster1.xml" Id="Rd825c362cc6e44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49db4d1f1f4d39" /><Relationship Type="http://schemas.openxmlformats.org/officeDocument/2006/relationships/notesMaster" Target="/ppt/notesMasters/notesMaster1.xml" Id="Rb23845d0436443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583695db8c4798" /><Relationship Type="http://schemas.openxmlformats.org/officeDocument/2006/relationships/notesMaster" Target="/ppt/notesMasters/notesMaster1.xml" Id="R1815706405cf4d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e871492fe4d8b" /><Relationship Type="http://schemas.openxmlformats.org/officeDocument/2006/relationships/notesMaster" Target="/ppt/notesMasters/notesMaster1.xml" Id="R66323f5491cf46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bce6a0ec24349" /><Relationship Type="http://schemas.openxmlformats.org/officeDocument/2006/relationships/notesMaster" Target="/ppt/notesMasters/notesMaster1.xml" Id="R643bd6da8c9141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fc458cdbc541f4" /><Relationship Type="http://schemas.openxmlformats.org/officeDocument/2006/relationships/notesMaster" Target="/ppt/notesMasters/notesMaster1.xml" Id="Re42dad476a044c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3299773a48425d" /><Relationship Type="http://schemas.openxmlformats.org/officeDocument/2006/relationships/notesMaster" Target="/ppt/notesMasters/notesMaster1.xml" Id="R3b80678919e94d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7629c873934180" /><Relationship Type="http://schemas.openxmlformats.org/officeDocument/2006/relationships/notesMaster" Target="/ppt/notesMasters/notesMaster1.xml" Id="R44d61527b53e4b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1fea2e8cd84771" /><Relationship Type="http://schemas.openxmlformats.org/officeDocument/2006/relationships/notesMaster" Target="/ppt/notesMasters/notesMaster1.xml" Id="R52640f98dc03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379568fce49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84da3fbb334159" /><Relationship Type="http://schemas.openxmlformats.org/officeDocument/2006/relationships/slideLayout" Target="/ppt/slideLayouts/slideLayout1.xml" Id="R1acc38576ea749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cc38576ea749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4a973ad654510" /><Relationship Type="http://schemas.openxmlformats.org/officeDocument/2006/relationships/image" Target="/ppt/media/image.png" Id="R2f340d9bc80d477d" /><Relationship Type="http://schemas.openxmlformats.org/officeDocument/2006/relationships/notesSlide" Target="/ppt/notesSlides/notesSlide1.xml" Id="Re1c2a30a1a8e43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3c04e6e6b446f" /><Relationship Type="http://schemas.openxmlformats.org/officeDocument/2006/relationships/notesSlide" Target="/ppt/notesSlides/notesSlide2.xml" Id="Ra0d2b400740640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8772d67174672" /><Relationship Type="http://schemas.openxmlformats.org/officeDocument/2006/relationships/notesSlide" Target="/ppt/notesSlides/notesSlide3.xml" Id="R1250514ae44f44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69cc692dd4074" /><Relationship Type="http://schemas.openxmlformats.org/officeDocument/2006/relationships/notesSlide" Target="/ppt/notesSlides/notesSlide4.xml" Id="R49315d45cb924a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a45484e0d4239" /><Relationship Type="http://schemas.openxmlformats.org/officeDocument/2006/relationships/notesSlide" Target="/ppt/notesSlides/notesSlide5.xml" Id="R107e7090474044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0d688752a4bae" /><Relationship Type="http://schemas.openxmlformats.org/officeDocument/2006/relationships/image" Target="/ppt/media/image2.png" Id="R0eec2e906d8d4803" /><Relationship Type="http://schemas.openxmlformats.org/officeDocument/2006/relationships/notesSlide" Target="/ppt/notesSlides/notesSlide6.xml" Id="R086a5244b1ea42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eecf5e55f4f28" /><Relationship Type="http://schemas.openxmlformats.org/officeDocument/2006/relationships/notesSlide" Target="/ppt/notesSlides/notesSlide7.xml" Id="R3fee1828e0be4f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d9771dc7f4e0a" /><Relationship Type="http://schemas.openxmlformats.org/officeDocument/2006/relationships/notesSlide" Target="/ppt/notesSlides/notesSlide8.xml" Id="R8ac548e8214741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70de37c2b4d40" /><Relationship Type="http://schemas.openxmlformats.org/officeDocument/2006/relationships/notesSlide" Target="/ppt/notesSlides/notesSlide9.xml" Id="R7908e17d0df247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1a7053c6b4a9f" /><Relationship Type="http://schemas.openxmlformats.org/officeDocument/2006/relationships/notesSlide" Target="/ppt/notesSlides/notesSlide10.xml" Id="Rda4329b979844f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40d9bc80d47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38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DA3E28C8-1D1E-41CF-861D-A954C6C4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ED8"/>
                </a:solidFill>
              </a:defRPr>
            </a:pPr>
            <a:r>
              <a:rPr sz="900" b="1">
                <a:solidFill>
                  <a:srgbClr val="074ED8"/>
                </a:solidFill>
              </a:rPr>
              <a:t>SYSTEM BEFORE DECORATION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CE249A-3EBD-41F9-BC18-AD25B579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</a:defRPr>
            </a:pPr>
            <a:r>
              <a:rPr sz="3300" b="1">
                <a:solidFill>
                  <a:srgbClr val="101318"/>
                </a:solidFill>
              </a:rPr>
              <a:t>A deck is five decisions, not one prompt.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D311FD2-9506-4ABB-81C8-CC1BDC41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4ED8"/>
                </a:solidFill>
              </a:defRPr>
            </a:pPr>
            <a:r>
              <a:rPr sz="1125" b="1">
                <a:solidFill>
                  <a:srgbClr val="074ED8"/>
                </a:solidFill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A6E0AB-9171-4A27-8149-05865212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</a:defRPr>
            </a:pPr>
            <a:r>
              <a:rPr sz="1800" b="1">
                <a:solidFill>
                  <a:srgbClr val="101318"/>
                </a:solidFill>
              </a:rPr>
              <a:t>Narrative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704A07-08F5-46D8-99C7-138BABCF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What changes for the audience</a:t>
            </a:r>
          </a:p>
        </p:txBody>
      </p:sp>
      <p:sp>
        <p:nvSpPr>
          <p:cNvPr id="6" name="rule-0">
            <a:extLst xmlns:a="http://schemas.openxmlformats.org/drawingml/2006/main">
              <a:ext uri="{FF2B5EF4-FFF2-40B4-BE49-F238E27FC236}">
                <a16:creationId xmlns:a16="http://schemas.microsoft.com/office/drawing/2014/main" id="{ECE1B227-295F-4D92-89FA-D47B5DD6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733AFA8-619D-40C6-8D27-D24055EE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4ED8"/>
                </a:solidFill>
              </a:defRPr>
            </a:pPr>
            <a:r>
              <a:rPr sz="1125" b="1">
                <a:solidFill>
                  <a:srgbClr val="074ED8"/>
                </a:solidFill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91619A-325B-4D9C-ADB3-BEC0A7C7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</a:defRPr>
            </a:pPr>
            <a:r>
              <a:rPr sz="1800" b="1">
                <a:solidFill>
                  <a:srgbClr val="101318"/>
                </a:solidFill>
              </a:rPr>
              <a:t>Visible copy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39FFE5-A5C6-44D6-8C7C-28CCD037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What the audience can actually read</a:t>
            </a:r>
          </a:p>
        </p:txBody>
      </p:sp>
      <p:sp>
        <p:nvSpPr>
          <p:cNvPr id="10" name="rule-1">
            <a:extLst xmlns:a="http://schemas.openxmlformats.org/drawingml/2006/main">
              <a:ext uri="{FF2B5EF4-FFF2-40B4-BE49-F238E27FC236}">
                <a16:creationId xmlns:a16="http://schemas.microsoft.com/office/drawing/2014/main" id="{16BFA1C3-C734-4628-9E44-096826F2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31D0E9B-75E5-48DC-B781-B8A2EDE8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4ED8"/>
                </a:solidFill>
              </a:defRPr>
            </a:pPr>
            <a:r>
              <a:rPr sz="1125" b="1">
                <a:solidFill>
                  <a:srgbClr val="074ED8"/>
                </a:solidFill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4F9866-AB8F-4F26-9400-2D5CD7BC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</a:defRPr>
            </a:pPr>
            <a:r>
              <a:rPr sz="1800" b="1">
                <a:solidFill>
                  <a:srgbClr val="101318"/>
                </a:solidFill>
              </a:rPr>
              <a:t>Visual system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DDE5B58-D4BA-4F12-956B-527D53E0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How the story feels and moves</a:t>
            </a:r>
          </a:p>
        </p:txBody>
      </p:sp>
      <p:sp>
        <p:nvSpPr>
          <p:cNvPr id="14" name="rule-2">
            <a:extLst xmlns:a="http://schemas.openxmlformats.org/drawingml/2006/main">
              <a:ext uri="{FF2B5EF4-FFF2-40B4-BE49-F238E27FC236}">
                <a16:creationId xmlns:a16="http://schemas.microsoft.com/office/drawing/2014/main" id="{4B39A22C-7B17-4FDB-90EE-D66D6741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1605DCE-42C7-456D-A590-0DBDA39F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4ED8"/>
                </a:solidFill>
              </a:defRPr>
            </a:pPr>
            <a:r>
              <a:rPr sz="1125" b="1">
                <a:solidFill>
                  <a:srgbClr val="074ED8"/>
                </a:solidFill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6526C7-7560-46D5-9386-0B860046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</a:defRPr>
            </a:pPr>
            <a:r>
              <a:rPr sz="1800" b="1">
                <a:solidFill>
                  <a:srgbClr val="101318"/>
                </a:solidFill>
              </a:rPr>
              <a:t>Production route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F36F12D-6596-42E6-8B13-1B5ACC62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What stays editable or visual</a:t>
            </a:r>
          </a:p>
        </p:txBody>
      </p:sp>
      <p:sp>
        <p:nvSpPr>
          <p:cNvPr id="18" name="rule-3">
            <a:extLst xmlns:a="http://schemas.openxmlformats.org/drawingml/2006/main">
              <a:ext uri="{FF2B5EF4-FFF2-40B4-BE49-F238E27FC236}">
                <a16:creationId xmlns:a16="http://schemas.microsoft.com/office/drawing/2014/main" id="{CF88EAA9-0313-4925-B82F-530CC840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87F03DB-469D-4B43-9D5F-10ED5C4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4ED8"/>
                </a:solidFill>
              </a:defRPr>
            </a:pPr>
            <a:r>
              <a:rPr sz="1125" b="1">
                <a:solidFill>
                  <a:srgbClr val="074ED8"/>
                </a:solidFill>
              </a:rPr>
              <a:t>05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789F0B2-FE84-47DD-B4DA-4B852397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</a:defRPr>
            </a:pPr>
            <a:r>
              <a:rPr sz="1800" b="1">
                <a:solidFill>
                  <a:srgbClr val="101318"/>
                </a:solidFill>
              </a:rPr>
              <a:t>Delivery evidence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EED3AC5-11F6-4BC7-B2C5-A6B0951F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What was rendered and checked</a:t>
            </a:r>
          </a:p>
        </p:txBody>
      </p:sp>
      <p:sp>
        <p:nvSpPr>
          <p:cNvPr id="22" name="rule-4">
            <a:extLst xmlns:a="http://schemas.openxmlformats.org/drawingml/2006/main">
              <a:ext uri="{FF2B5EF4-FFF2-40B4-BE49-F238E27FC236}">
                <a16:creationId xmlns:a16="http://schemas.microsoft.com/office/drawing/2014/main" id="{93D7A182-5C64-4739-9669-3388361A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mber-signal">
            <a:extLst xmlns:a="http://schemas.openxmlformats.org/drawingml/2006/main">
              <a:ext uri="{FF2B5EF4-FFF2-40B4-BE49-F238E27FC236}">
                <a16:creationId xmlns:a16="http://schemas.microsoft.com/office/drawing/2014/main" id="{800CAA90-E59C-4B7E-BE26-2699158E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9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8AC2C98-55AA-4ABD-B8AB-87A886D2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91D47CC-3D21-4521-8853-AFAC2FA1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CREATE PRESENTATIONS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834B3C3-41BE-4084-8B4F-9D2B119D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6049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6CC0CC73-DDD8-4F39-AFA9-0BD14D53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ED8"/>
                </a:solidFill>
              </a:defRPr>
            </a:pPr>
            <a:r>
              <a:rPr sz="900" b="1">
                <a:solidFill>
                  <a:srgbClr val="074ED8"/>
                </a:solidFill>
              </a:rPr>
              <a:t>FLEXIBLE PAGE NARRATIVES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D1679B-F314-42AD-9920-7D4A055D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</a:defRPr>
            </a:pPr>
            <a:r>
              <a:rPr sz="3300" b="1">
                <a:solidFill>
                  <a:srgbClr val="101318"/>
                </a:solidFill>
              </a:rPr>
              <a:t>Plan communication jobs before layouts.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72DA978-8272-48C2-83D0-1C68B93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A sequence should accumulate meaning. Page roles can change without losing the deck-level system.</a:t>
            </a:r>
          </a:p>
        </p:txBody>
      </p:sp>
      <p:sp>
        <p:nvSpPr>
          <p:cNvPr id="4" name="job-0">
            <a:extLst xmlns:a="http://schemas.openxmlformats.org/drawingml/2006/main">
              <a:ext uri="{FF2B5EF4-FFF2-40B4-BE49-F238E27FC236}">
                <a16:creationId xmlns:a16="http://schemas.microsoft.com/office/drawing/2014/main" id="{A8D8A10D-C217-4F6C-A48A-07D79929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257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8FE15F-D21D-4BFE-8333-C61A403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4ED8"/>
                </a:solidFill>
              </a:defRPr>
            </a:pPr>
            <a:r>
              <a:rPr sz="825" b="1">
                <a:solidFill>
                  <a:srgbClr val="074ED8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D20D3C2-E02F-4C3B-B5AF-0C579908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14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</a:defRPr>
            </a:pPr>
            <a:r>
              <a:rPr sz="1200" b="1">
                <a:solidFill>
                  <a:srgbClr val="101318"/>
                </a:solidFill>
              </a:rPr>
              <a:t>Open</a:t>
            </a:r>
          </a:p>
        </p:txBody>
      </p:sp>
      <p:sp>
        <p:nvSpPr>
          <p:cNvPr id="7" name="job-1">
            <a:extLst xmlns:a="http://schemas.openxmlformats.org/drawingml/2006/main">
              <a:ext uri="{FF2B5EF4-FFF2-40B4-BE49-F238E27FC236}">
                <a16:creationId xmlns:a16="http://schemas.microsoft.com/office/drawing/2014/main" id="{5391D96E-906A-4381-9173-EA4B56ED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29100"/>
            <a:ext cx="1257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632559-38F5-491B-A51D-BE564473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626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4ED8"/>
                </a:solidFill>
              </a:defRPr>
            </a:pPr>
            <a:r>
              <a:rPr sz="825" b="1">
                <a:solidFill>
                  <a:srgbClr val="074ED8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90919BB-2516-4E27-A1F8-44560A31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14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</a:defRPr>
            </a:pPr>
            <a:r>
              <a:rPr sz="1200" b="1">
                <a:solidFill>
                  <a:srgbClr val="101318"/>
                </a:solidFill>
              </a:rPr>
              <a:t>Frame</a:t>
            </a:r>
          </a:p>
        </p:txBody>
      </p:sp>
      <p:sp>
        <p:nvSpPr>
          <p:cNvPr id="10" name="job-2">
            <a:extLst xmlns:a="http://schemas.openxmlformats.org/drawingml/2006/main">
              <a:ext uri="{FF2B5EF4-FFF2-40B4-BE49-F238E27FC236}">
                <a16:creationId xmlns:a16="http://schemas.microsoft.com/office/drawing/2014/main" id="{5567FC7D-535A-4F2C-95A3-F3B28142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57600"/>
            <a:ext cx="1257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86BCFB4-50CC-4FE9-A370-D2C3187D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626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4ED8"/>
                </a:solidFill>
              </a:defRPr>
            </a:pPr>
            <a:r>
              <a:rPr sz="825" b="1">
                <a:solidFill>
                  <a:srgbClr val="074ED8"/>
                </a:solidFill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96DBAA-D2DB-431F-B441-4A670E30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14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</a:defRPr>
            </a:pPr>
            <a:r>
              <a:rPr sz="1200" b="1">
                <a:solidFill>
                  <a:srgbClr val="101318"/>
                </a:solidFill>
              </a:rPr>
              <a:t>Explain</a:t>
            </a:r>
          </a:p>
        </p:txBody>
      </p:sp>
      <p:sp>
        <p:nvSpPr>
          <p:cNvPr id="13" name="job-3">
            <a:extLst xmlns:a="http://schemas.openxmlformats.org/drawingml/2006/main">
              <a:ext uri="{FF2B5EF4-FFF2-40B4-BE49-F238E27FC236}">
                <a16:creationId xmlns:a16="http://schemas.microsoft.com/office/drawing/2014/main" id="{0A2C7B76-D0C9-4CD4-8874-320167A6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074A722-2ABE-47AC-AE6D-C81CBEAE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626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4ED8"/>
                </a:solidFill>
              </a:defRPr>
            </a:pPr>
            <a:r>
              <a:rPr sz="825" b="1">
                <a:solidFill>
                  <a:srgbClr val="074ED8"/>
                </a:solidFill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A9D16C6-48E7-4F28-800F-4E6DC45B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14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</a:defRPr>
            </a:pPr>
            <a:r>
              <a:rPr sz="1200" b="1">
                <a:solidFill>
                  <a:srgbClr val="101318"/>
                </a:solidFill>
              </a:rPr>
              <a:t>Compare</a:t>
            </a:r>
          </a:p>
        </p:txBody>
      </p:sp>
      <p:sp>
        <p:nvSpPr>
          <p:cNvPr id="16" name="job-4">
            <a:extLst xmlns:a="http://schemas.openxmlformats.org/drawingml/2006/main">
              <a:ext uri="{FF2B5EF4-FFF2-40B4-BE49-F238E27FC236}">
                <a16:creationId xmlns:a16="http://schemas.microsoft.com/office/drawing/2014/main" id="{AA3C2FD4-BCB9-4D1B-BF33-861D350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1257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90EAE1B-C169-46ED-940E-0D82842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626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4ED8"/>
                </a:solidFill>
              </a:defRPr>
            </a:pPr>
            <a:r>
              <a:rPr sz="825" b="1">
                <a:solidFill>
                  <a:srgbClr val="074ED8"/>
                </a:solidFill>
              </a:rPr>
              <a:t>05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BEAD57F-CAA2-4035-8609-A064837D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14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</a:defRPr>
            </a:pPr>
            <a:r>
              <a:rPr sz="1200" b="1">
                <a:solidFill>
                  <a:srgbClr val="101318"/>
                </a:solidFill>
              </a:rPr>
              <a:t>Prove</a:t>
            </a:r>
          </a:p>
        </p:txBody>
      </p:sp>
      <p:sp>
        <p:nvSpPr>
          <p:cNvPr id="19" name="job-5">
            <a:extLst xmlns:a="http://schemas.openxmlformats.org/drawingml/2006/main">
              <a:ext uri="{FF2B5EF4-FFF2-40B4-BE49-F238E27FC236}">
                <a16:creationId xmlns:a16="http://schemas.microsoft.com/office/drawing/2014/main" id="{5C1C9581-819E-4385-BF8A-FE88EA08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38600"/>
            <a:ext cx="1257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4A0D66C-D97F-4667-8DAD-848BCCE2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626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4ED8"/>
                </a:solidFill>
              </a:defRPr>
            </a:pPr>
            <a:r>
              <a:rPr sz="825" b="1">
                <a:solidFill>
                  <a:srgbClr val="074ED8"/>
                </a:solidFill>
              </a:rPr>
              <a:t>06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5E6AFE-78DC-42F8-890E-63ADD107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14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</a:defRPr>
            </a:pPr>
            <a:r>
              <a:rPr sz="1200" b="1">
                <a:solidFill>
                  <a:srgbClr val="101318"/>
                </a:solidFill>
              </a:rPr>
              <a:t>Resolve</a:t>
            </a:r>
          </a:p>
        </p:txBody>
      </p:sp>
      <p:sp>
        <p:nvSpPr>
          <p:cNvPr id="22" name="sequence-baseline">
            <a:extLst xmlns:a="http://schemas.openxmlformats.org/drawingml/2006/main">
              <a:ext uri="{FF2B5EF4-FFF2-40B4-BE49-F238E27FC236}">
                <a16:creationId xmlns:a16="http://schemas.microsoft.com/office/drawing/2014/main" id="{96FE9FA8-1D0B-4CEA-89CF-0F586084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30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CD5155F-6741-4AC2-88A5-9EB232F5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55BE854-FEFC-4822-87E1-48778752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CREATE PRESENTATIONS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DDC146D-EFD6-4B75-8A4D-E2C9184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7813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75798F76-65E7-44F6-A8C5-11BB5ABC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5FF"/>
                </a:solidFill>
              </a:defRPr>
            </a:pPr>
            <a:r>
              <a:rPr sz="900" b="1">
                <a:solidFill>
                  <a:srgbClr val="8FB5FF"/>
                </a:solidFill>
              </a:rPr>
              <a:t>ROUTE BEFORE RENDERING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FE5DC8-9DAA-4FD4-8F64-31A0B700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Choose the route before you build.</a:t>
            </a:r>
          </a:p>
        </p:txBody>
      </p:sp>
      <p:sp>
        <p:nvSpPr>
          <p:cNvPr id="3" name="route-0">
            <a:extLst xmlns:a="http://schemas.openxmlformats.org/drawingml/2006/main">
              <a:ext uri="{FF2B5EF4-FFF2-40B4-BE49-F238E27FC236}">
                <a16:creationId xmlns:a16="http://schemas.microsoft.com/office/drawing/2014/main" id="{3266A4B5-030F-47D1-A7AF-93EE2BB3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638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B57DB1E-A228-4572-A2E2-69A75652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NATIVE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3363D61-7A0C-4B50-B23C-F93C7559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8DE"/>
                </a:solidFill>
              </a:defRPr>
            </a:pPr>
            <a:r>
              <a:rPr sz="975" b="0">
                <a:solidFill>
                  <a:srgbClr val="D5D8DE"/>
                </a:solidFill>
              </a:rPr>
              <a:t>Precise and editable</a:t>
            </a:r>
          </a:p>
        </p:txBody>
      </p:sp>
      <p:sp>
        <p:nvSpPr>
          <p:cNvPr id="6" name="route-1">
            <a:extLst xmlns:a="http://schemas.openxmlformats.org/drawingml/2006/main">
              <a:ext uri="{FF2B5EF4-FFF2-40B4-BE49-F238E27FC236}">
                <a16:creationId xmlns:a16="http://schemas.microsoft.com/office/drawing/2014/main" id="{6473C2AF-510A-498A-9DE7-37D6CBBB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1638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9E420F-E0D1-4A56-9A62-422B112A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242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VISUAL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751D52-9A25-4FBB-9CA3-4D975679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962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8DE"/>
                </a:solidFill>
              </a:defRPr>
            </a:pPr>
            <a:r>
              <a:rPr sz="975" b="0">
                <a:solidFill>
                  <a:srgbClr val="D5D8DE"/>
                </a:solidFill>
              </a:rPr>
              <a:t>Maximum full-slide fidelity</a:t>
            </a:r>
          </a:p>
        </p:txBody>
      </p:sp>
      <p:sp>
        <p:nvSpPr>
          <p:cNvPr id="9" name="route-2">
            <a:extLst xmlns:a="http://schemas.openxmlformats.org/drawingml/2006/main">
              <a:ext uri="{FF2B5EF4-FFF2-40B4-BE49-F238E27FC236}">
                <a16:creationId xmlns:a16="http://schemas.microsoft.com/office/drawing/2014/main" id="{5AFEF5C7-E7E2-40AC-AF95-1DE3708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1638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4C2F9CB-44D8-489D-947D-EFECBF82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HYBRID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303E624-0C90-4568-A2DB-0081E16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962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8DE"/>
                </a:solidFill>
              </a:defRPr>
            </a:pPr>
            <a:r>
              <a:rPr sz="975" b="0">
                <a:solidFill>
                  <a:srgbClr val="D5D8DE"/>
                </a:solidFill>
              </a:rPr>
              <a:t>Editable key content + visual layers</a:t>
            </a:r>
          </a:p>
        </p:txBody>
      </p:sp>
      <p:sp>
        <p:nvSpPr>
          <p:cNvPr id="12" name="route-3">
            <a:extLst xmlns:a="http://schemas.openxmlformats.org/drawingml/2006/main">
              <a:ext uri="{FF2B5EF4-FFF2-40B4-BE49-F238E27FC236}">
                <a16:creationId xmlns:a16="http://schemas.microsoft.com/office/drawing/2014/main" id="{51671F65-00FD-4DF3-B7A0-938ABDF7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16383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534719-97EB-44EB-A717-12FDD149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TEMPLATE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FB9DEB-DB2A-442F-96A0-E4E286EF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962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8DE"/>
                </a:solidFill>
              </a:defRPr>
            </a:pPr>
            <a:r>
              <a:rPr sz="975" b="0">
                <a:solidFill>
                  <a:srgbClr val="D5D8DE"/>
                </a:solidFill>
              </a:rPr>
              <a:t>Inherit existing masters</a:t>
            </a:r>
          </a:p>
        </p:txBody>
      </p:sp>
      <p:sp>
        <p:nvSpPr>
          <p:cNvPr id="15" name="route-4">
            <a:extLst xmlns:a="http://schemas.openxmlformats.org/drawingml/2006/main">
              <a:ext uri="{FF2B5EF4-FFF2-40B4-BE49-F238E27FC236}">
                <a16:creationId xmlns:a16="http://schemas.microsoft.com/office/drawing/2014/main" id="{1DD04326-AAFA-40E5-A34A-794E5725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38550"/>
            <a:ext cx="1638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4B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7805061-739B-42EA-8162-4E5EE38D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338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HTML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3BBC7C6-6710-4C67-BBAF-2C679B02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62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8DE"/>
                </a:solidFill>
              </a:defRPr>
            </a:pPr>
            <a:r>
              <a:rPr sz="975" b="0">
                <a:solidFill>
                  <a:srgbClr val="D5D8DE"/>
                </a:solidFill>
              </a:rPr>
              <a:t>Portable and interactive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3830504-5990-4286-B6B9-8ADEBAE0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7A68119-7BF1-41CD-91D5-3B5C2957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CREATE PRESENTATIONS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C79533D-F8B4-4980-B814-8C611230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2743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B2231DD6-63E7-4C9F-A251-4DC1D56B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ED8"/>
                </a:solidFill>
              </a:defRPr>
            </a:pPr>
            <a:r>
              <a:rPr sz="900" b="1">
                <a:solidFill>
                  <a:srgbClr val="074ED8"/>
                </a:solidFill>
              </a:rPr>
              <a:t>PROVIDER-NEUTRAL BY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EC75FA-4F7D-4B27-876A-532E9BFC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</a:defRPr>
            </a:pPr>
            <a:r>
              <a:rPr sz="3300" b="1">
                <a:solidFill>
                  <a:srgbClr val="101318"/>
                </a:solidFill>
              </a:rPr>
              <a:t>Route each model to the work it does best.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27BD26E-07E7-4F5B-85FE-D3E23962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The reasoning model, image backend, and file renderer are independent choices.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AA48736-26BA-49E0-AE89-EEEFA82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5275F"/>
                </a:solidFill>
              </a:defRPr>
            </a:pPr>
            <a:r>
              <a:rPr sz="4050" b="1">
                <a:solidFill>
                  <a:srgbClr val="05275F"/>
                </a:solidFill>
              </a:rPr>
              <a:t>THINK</a:t>
            </a:r>
          </a:p>
        </p:txBody>
      </p:sp>
      <p:sp>
        <p:nvSpPr>
          <p:cNvPr id="5" name="model-rule-0">
            <a:extLst xmlns:a="http://schemas.openxmlformats.org/drawingml/2006/main">
              <a:ext uri="{FF2B5EF4-FFF2-40B4-BE49-F238E27FC236}">
                <a16:creationId xmlns:a16="http://schemas.microsoft.com/office/drawing/2014/main" id="{2DB68E72-A7EA-44AE-A71C-754FD1CF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311B6C-C901-45FD-B2DF-1EB17AAA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</a:defRPr>
            </a:pPr>
            <a:r>
              <a:rPr sz="1350" b="1">
                <a:solidFill>
                  <a:srgbClr val="101318"/>
                </a:solidFill>
              </a:rPr>
              <a:t>Narrative · research · copy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A39382-756E-4097-B59B-73C5BB0B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86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67085"/>
                </a:solidFill>
              </a:defRPr>
            </a:pPr>
            <a:r>
              <a:rPr sz="27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90562E-FBF8-45ED-A524-C393C767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5A52A"/>
                </a:solidFill>
              </a:defRPr>
            </a:pPr>
            <a:r>
              <a:rPr sz="4050" b="1">
                <a:solidFill>
                  <a:srgbClr val="E5A52A"/>
                </a:solidFill>
              </a:rPr>
              <a:t>SEE</a:t>
            </a:r>
          </a:p>
        </p:txBody>
      </p:sp>
      <p:sp>
        <p:nvSpPr>
          <p:cNvPr id="9" name="model-rule-1">
            <a:extLst xmlns:a="http://schemas.openxmlformats.org/drawingml/2006/main">
              <a:ext uri="{FF2B5EF4-FFF2-40B4-BE49-F238E27FC236}">
                <a16:creationId xmlns:a16="http://schemas.microsoft.com/office/drawing/2014/main" id="{8A30CD10-205F-4508-A297-AE1ED75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80FC03C-442D-4817-8C4B-AB7B3D5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24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</a:defRPr>
            </a:pPr>
            <a:r>
              <a:rPr sz="1350" b="1">
                <a:solidFill>
                  <a:srgbClr val="101318"/>
                </a:solidFill>
              </a:rPr>
              <a:t>Full-slide images · illustration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F6A8895-37B5-4DFD-9202-E2676BA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86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67085"/>
                </a:solidFill>
              </a:defRPr>
            </a:pPr>
            <a:r>
              <a:rPr sz="27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7B408EE-825A-42D0-99C1-5F08589B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74ED8"/>
                </a:solidFill>
              </a:defRPr>
            </a:pPr>
            <a:r>
              <a:rPr sz="4050" b="1">
                <a:solidFill>
                  <a:srgbClr val="074ED8"/>
                </a:solidFill>
              </a:rPr>
              <a:t>BUILD</a:t>
            </a:r>
          </a:p>
        </p:txBody>
      </p:sp>
      <p:sp>
        <p:nvSpPr>
          <p:cNvPr id="13" name="model-rule-2">
            <a:extLst xmlns:a="http://schemas.openxmlformats.org/drawingml/2006/main">
              <a:ext uri="{FF2B5EF4-FFF2-40B4-BE49-F238E27FC236}">
                <a16:creationId xmlns:a16="http://schemas.microsoft.com/office/drawing/2014/main" id="{E81635E0-C102-41C1-B207-74BE16FC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640B6C6-53CC-4789-873A-463AFD0A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24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</a:defRPr>
            </a:pPr>
            <a:r>
              <a:rPr sz="1350" b="1">
                <a:solidFill>
                  <a:srgbClr val="101318"/>
                </a:solidFill>
              </a:rPr>
              <a:t>PPTX · HTML · PDF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BC76F0F-BDEB-41F5-A884-2D3D55AE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Codex · Claude · GPT · Gemini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296532-3183-472D-A202-28AD0E08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43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gpt-image · Gemini Image · Flux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B484158-D939-416D-9426-45DADB74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Artifact Tool · PptxGenJS · browser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F59592F-3643-4926-9347-AE6BD6AB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A7D0F39-7E37-4931-B0A7-13A59B5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CREATE PRESENTATIONS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F7C47F0-045E-4BC3-AA7B-BC4AFFB4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3880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16827E6-FEBF-4A24-9DA0-8289439B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ED8"/>
                </a:solidFill>
              </a:defRPr>
            </a:pPr>
            <a:r>
              <a:rPr sz="900" b="1">
                <a:solidFill>
                  <a:srgbClr val="074ED8"/>
                </a:solidFill>
              </a:rPr>
              <a:t>SAME BRIEF, MATERIALLY DIFFERENT DESIGN DNA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D3A9E1-E682-4BF6-BEEC-E07F58D4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</a:defRPr>
            </a:pPr>
            <a:r>
              <a:rPr sz="3300" b="1">
                <a:solidFill>
                  <a:srgbClr val="101318"/>
                </a:solidFill>
              </a:rPr>
              <a:t>One brief can support sixteen visual systems.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c2e906d8d4803"/>
          <a:stretch xmlns:a="http://schemas.openxmlformats.org/drawingml/2006/main"/>
        </p:blipFill>
        <p:spPr>
          <a:xfrm xmlns:a="http://schemas.openxmlformats.org/drawingml/2006/main">
            <a:off x="2471026" y="1676400"/>
            <a:ext cx="7249948" cy="4505325"/>
          </a:xfrm>
          <a:prstGeom xmlns:a="http://schemas.openxmlformats.org/drawingml/2006/main" prst="rect">
            <a:avLst/>
          </a:prstGeom>
        </p:spPr>
      </p:pic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59621C9-1C6E-42F9-9888-D31C7491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A7CBA3-1EEA-4662-9A28-8F3CAC4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CREATE PRESENTATIONS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85A8A7-EFF5-4E6C-9F52-501317FA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4076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A92AD18-8901-497D-911B-82CBE463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ED8"/>
                </a:solidFill>
              </a:defRPr>
            </a:pPr>
            <a:r>
              <a:rPr sz="900" b="1">
                <a:solidFill>
                  <a:srgbClr val="074ED8"/>
                </a:solidFill>
              </a:rPr>
              <a:t>VISIBLE-COPY INTEGRITY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2904A2-01F8-4C2B-8FFD-93ED5331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</a:defRPr>
            </a:pPr>
            <a:r>
              <a:rPr sz="3300" b="1">
                <a:solidFill>
                  <a:srgbClr val="101318"/>
                </a:solidFill>
              </a:rPr>
              <a:t>Approved copy and visual instructions are different inputs.</a:t>
            </a:r>
          </a:p>
        </p:txBody>
      </p:sp>
      <p:sp>
        <p:nvSpPr>
          <p:cNvPr id="3" name="approved-copy">
            <a:extLst xmlns:a="http://schemas.openxmlformats.org/drawingml/2006/main">
              <a:ext uri="{FF2B5EF4-FFF2-40B4-BE49-F238E27FC236}">
                <a16:creationId xmlns:a16="http://schemas.microsoft.com/office/drawing/2014/main" id="{6A39D95B-0076-4D58-8BE3-4A0FD539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953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AC2BE6C-E445-4562-B9CA-47A04329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D3FF"/>
                </a:solidFill>
              </a:defRPr>
            </a:pPr>
            <a:r>
              <a:rPr sz="975" b="1">
                <a:solidFill>
                  <a:srgbClr val="BFD3FF"/>
                </a:solidFill>
              </a:rPr>
              <a:t>VISIBLE COPY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E14E8A-8BC6-405A-A872-72A32294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Only the words the audience should read.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C4AC93-5FA8-49FD-8E4D-79847FE3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Titles · labels · values · citations</a:t>
            </a:r>
          </a:p>
        </p:txBody>
      </p:sp>
      <p:sp>
        <p:nvSpPr>
          <p:cNvPr id="7" name="visual-instructions">
            <a:extLst xmlns:a="http://schemas.openxmlformats.org/drawingml/2006/main">
              <a:ext uri="{FF2B5EF4-FFF2-40B4-BE49-F238E27FC236}">
                <a16:creationId xmlns:a16="http://schemas.microsoft.com/office/drawing/2014/main" id="{12F56B98-19D3-4341-9E83-884452D0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56769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B34205-B28F-449A-BC93-110A3C4F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A4B37"/>
                </a:solidFill>
              </a:defRPr>
            </a:pPr>
            <a:r>
              <a:rPr sz="975" b="1">
                <a:solidFill>
                  <a:srgbClr val="DA4B37"/>
                </a:solidFill>
              </a:rPr>
              <a:t>VISUAL INSTRUCTIONS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F530D5-2B2A-4320-9F19-F45452F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466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318"/>
                </a:solidFill>
              </a:defRPr>
            </a:pPr>
            <a:r>
              <a:rPr sz="2175" b="1">
                <a:solidFill>
                  <a:srgbClr val="101318"/>
                </a:solidFill>
              </a:rPr>
              <a:t>Composition, density, image treatment, rhythm, and constraints stay outside the slide copy.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74BCCC7-DE39-4111-9504-FCCAFCCD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Review unexpected dates, numbers, filenames, URLs, and prompt leakage.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B5E48D-27DE-4C3A-AEFC-A629B838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9EA261-2145-4219-8AB0-72D61583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CREATE PRESENTATIONS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58EB34B-15DA-48EA-AB61-D313ADAD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1731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3EF0FE0-CC29-4303-9ACD-DB278E88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ED8"/>
                </a:solidFill>
              </a:defRPr>
            </a:pPr>
            <a:r>
              <a:rPr sz="900" b="1">
                <a:solidFill>
                  <a:srgbClr val="074ED8"/>
                </a:solidFill>
              </a:rPr>
              <a:t>QUALITY IS A PRODUCTION STAGE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84DB8-48D7-4FBC-9596-35BB5985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</a:defRPr>
            </a:pPr>
            <a:r>
              <a:rPr sz="3300" b="1">
                <a:solidFill>
                  <a:srgbClr val="101318"/>
                </a:solidFill>
              </a:rPr>
              <a:t>Render, inspect, revise.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ECD7220-AE1E-4336-A36C-FD7E384A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275F"/>
                </a:solidFill>
              </a:defRPr>
            </a:pPr>
            <a:r>
              <a:rPr sz="3600" b="1">
                <a:solidFill>
                  <a:srgbClr val="05275F"/>
                </a:solidFill>
              </a:rPr>
              <a:t>RENDER</a:t>
            </a:r>
          </a:p>
        </p:txBody>
      </p:sp>
      <p:sp>
        <p:nvSpPr>
          <p:cNvPr id="4" name="qa-rule-0">
            <a:extLst xmlns:a="http://schemas.openxmlformats.org/drawingml/2006/main">
              <a:ext uri="{FF2B5EF4-FFF2-40B4-BE49-F238E27FC236}">
                <a16:creationId xmlns:a16="http://schemas.microsoft.com/office/drawing/2014/main" id="{7B352874-63EB-4664-BC09-30C64502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4FA9A7-3452-4773-BE1D-B8D5A749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</a:defRPr>
            </a:pPr>
            <a:r>
              <a:rPr sz="1425" b="1">
                <a:solidFill>
                  <a:srgbClr val="101318"/>
                </a:solidFill>
              </a:rPr>
              <a:t>Every page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32FAA8-0528-483A-BDE5-E1923665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5A52A"/>
                </a:solidFill>
              </a:defRPr>
            </a:pPr>
            <a:r>
              <a:rPr sz="3600" b="1">
                <a:solidFill>
                  <a:srgbClr val="E5A52A"/>
                </a:solidFill>
              </a:rPr>
              <a:t>INSPECT</a:t>
            </a:r>
          </a:p>
        </p:txBody>
      </p:sp>
      <p:sp>
        <p:nvSpPr>
          <p:cNvPr id="7" name="qa-rule-1">
            <a:extLst xmlns:a="http://schemas.openxmlformats.org/drawingml/2006/main">
              <a:ext uri="{FF2B5EF4-FFF2-40B4-BE49-F238E27FC236}">
                <a16:creationId xmlns:a16="http://schemas.microsoft.com/office/drawing/2014/main" id="{D09A4C2B-578F-46D2-8E2E-A6592779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5EB3B0-21B6-402E-B4C9-EA1B14D6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385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</a:defRPr>
            </a:pPr>
            <a:r>
              <a:rPr sz="1425" b="1">
                <a:solidFill>
                  <a:srgbClr val="101318"/>
                </a:solidFill>
              </a:rPr>
              <a:t>Full size + contact sheet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0F5EB4-A7B4-43F8-BB81-46C75761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4ED8"/>
                </a:solidFill>
              </a:defRPr>
            </a:pPr>
            <a:r>
              <a:rPr sz="3600" b="1">
                <a:solidFill>
                  <a:srgbClr val="074ED8"/>
                </a:solidFill>
              </a:rPr>
              <a:t>REVISE</a:t>
            </a:r>
          </a:p>
        </p:txBody>
      </p:sp>
      <p:sp>
        <p:nvSpPr>
          <p:cNvPr id="10" name="qa-rule-2">
            <a:extLst xmlns:a="http://schemas.openxmlformats.org/drawingml/2006/main">
              <a:ext uri="{FF2B5EF4-FFF2-40B4-BE49-F238E27FC236}">
                <a16:creationId xmlns:a16="http://schemas.microsoft.com/office/drawing/2014/main" id="{C403F9E9-2BA8-4047-9D64-0102815C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5B43889-D30C-4107-9053-97638A59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</a:defRPr>
            </a:pPr>
            <a:r>
              <a:rPr sz="1425" b="1">
                <a:solidFill>
                  <a:srgbClr val="101318"/>
                </a:solidFill>
              </a:rPr>
              <a:t>Fix locally before regenerating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585084C-F461-4C12-B99C-141874BD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Copy · crops · hierarchy · fonts · overflow · repetition · notes · links · editability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993C2F-F638-42EE-9581-366658CB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82B1977-7B80-4B42-B0C7-35417B7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CREATE PRESENTATIONS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633A43-1E13-4891-BBDD-599F83D3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1537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D8712574-D79A-4907-82ED-236EE439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ED8"/>
                </a:solidFill>
              </a:defRPr>
            </a:pPr>
            <a:r>
              <a:rPr sz="900" b="1">
                <a:solidFill>
                  <a:srgbClr val="074ED8"/>
                </a:solidFill>
              </a:rPr>
              <a:t>DELIVERY FOLLOWS AUDIENCE NEEDS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23CB9B-A3C5-4598-94DD-BDFD423A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</a:defRPr>
            </a:pPr>
            <a:r>
              <a:rPr sz="3300" b="1">
                <a:solidFill>
                  <a:srgbClr val="101318"/>
                </a:solidFill>
              </a:rPr>
              <a:t>Deliver the format the audience can actually use.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C0F6BF0-7C13-49D7-9315-F906997D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One approved plan can produce more than one route without changing the story.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ADDC64-C9D9-491D-AA11-7877AB4A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ED8"/>
                </a:solidFill>
              </a:defRPr>
            </a:pPr>
            <a:r>
              <a:rPr sz="900" b="1">
                <a:solidFill>
                  <a:srgbClr val="074ED8"/>
                </a:solidFill>
              </a:rPr>
              <a:t>EDITABLE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CE07F7-B64E-4604-BD59-D9E78B31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</a:defRPr>
            </a:pPr>
            <a:r>
              <a:rPr sz="1950" b="1">
                <a:solidFill>
                  <a:srgbClr val="101318"/>
                </a:solidFill>
              </a:rPr>
              <a:t>Native PPTX</a:t>
            </a:r>
          </a:p>
        </p:txBody>
      </p:sp>
      <p:sp>
        <p:nvSpPr>
          <p:cNvPr id="6" name="delivery-line-0">
            <a:extLst xmlns:a="http://schemas.openxmlformats.org/drawingml/2006/main">
              <a:ext uri="{FF2B5EF4-FFF2-40B4-BE49-F238E27FC236}">
                <a16:creationId xmlns:a16="http://schemas.microsoft.com/office/drawing/2014/main" id="{3FC8FFC4-9C99-40A0-9AC4-F59F223D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10A48B-F904-497C-BD37-D58FFAF5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A52A"/>
                </a:solidFill>
              </a:defRPr>
            </a:pPr>
            <a:r>
              <a:rPr sz="900" b="1">
                <a:solidFill>
                  <a:srgbClr val="E5A52A"/>
                </a:solidFill>
              </a:rPr>
              <a:t>HIGH FIDELITY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B91F88-0B46-4BC0-89C1-D1D4B9DF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670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</a:defRPr>
            </a:pPr>
            <a:r>
              <a:rPr sz="1950" b="1">
                <a:solidFill>
                  <a:srgbClr val="101318"/>
                </a:solidFill>
              </a:rPr>
              <a:t>Visual PPTX</a:t>
            </a:r>
          </a:p>
        </p:txBody>
      </p:sp>
      <p:sp>
        <p:nvSpPr>
          <p:cNvPr id="9" name="delivery-line-1">
            <a:extLst xmlns:a="http://schemas.openxmlformats.org/drawingml/2006/main">
              <a:ext uri="{FF2B5EF4-FFF2-40B4-BE49-F238E27FC236}">
                <a16:creationId xmlns:a16="http://schemas.microsoft.com/office/drawing/2014/main" id="{6528027A-6C3F-4660-A1C2-4B2F349E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3562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A0879F-3AA1-4D82-B6E9-ABFFFD1C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5B43"/>
                </a:solidFill>
              </a:defRPr>
            </a:pPr>
            <a:r>
              <a:rPr sz="900" b="1">
                <a:solidFill>
                  <a:srgbClr val="145B43"/>
                </a:solidFill>
              </a:rPr>
              <a:t>BALANCED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0A170EA-EF89-4E96-8EDF-016BF81A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</a:defRPr>
            </a:pPr>
            <a:r>
              <a:rPr sz="1950" b="1">
                <a:solidFill>
                  <a:srgbClr val="101318"/>
                </a:solidFill>
              </a:rPr>
              <a:t>Hybrid PPTX</a:t>
            </a:r>
          </a:p>
        </p:txBody>
      </p:sp>
      <p:sp>
        <p:nvSpPr>
          <p:cNvPr id="12" name="delivery-line-2">
            <a:extLst xmlns:a="http://schemas.openxmlformats.org/drawingml/2006/main">
              <a:ext uri="{FF2B5EF4-FFF2-40B4-BE49-F238E27FC236}">
                <a16:creationId xmlns:a16="http://schemas.microsoft.com/office/drawing/2014/main" id="{FF67687D-128B-4C99-9D1D-D97143D8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CE877B-4F18-4479-8E63-E66B51A6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A4B37"/>
                </a:solidFill>
              </a:defRPr>
            </a:pPr>
            <a:r>
              <a:rPr sz="900" b="1">
                <a:solidFill>
                  <a:srgbClr val="DA4B37"/>
                </a:solidFill>
              </a:rPr>
              <a:t>PORTABLE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F99610E-AC50-4373-A91A-8C4AAFE7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00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</a:defRPr>
            </a:pPr>
            <a:r>
              <a:rPr sz="1950" b="1">
                <a:solidFill>
                  <a:srgbClr val="101318"/>
                </a:solidFill>
              </a:rPr>
              <a:t>HTML / PDF</a:t>
            </a:r>
          </a:p>
        </p:txBody>
      </p:sp>
      <p:sp>
        <p:nvSpPr>
          <p:cNvPr id="15" name="delivery-line-3">
            <a:extLst xmlns:a="http://schemas.openxmlformats.org/drawingml/2006/main">
              <a:ext uri="{FF2B5EF4-FFF2-40B4-BE49-F238E27FC236}">
                <a16:creationId xmlns:a16="http://schemas.microsoft.com/office/drawing/2014/main" id="{9D610F88-2CB6-4DE8-B6E8-08E4C2F7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2686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4B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B7F1E1-4E3C-4C33-9967-CF24FD5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275F"/>
                </a:solidFill>
              </a:defRPr>
            </a:pPr>
            <a:r>
              <a:rPr sz="900" b="1">
                <a:solidFill>
                  <a:srgbClr val="05275F"/>
                </a:solidFill>
              </a:rPr>
              <a:t>AUDITABLE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3BD0733-DCFF-4AF7-95FE-E6493873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67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</a:defRPr>
            </a:pPr>
            <a:r>
              <a:rPr sz="1950" b="1">
                <a:solidFill>
                  <a:srgbClr val="101318"/>
                </a:solidFill>
              </a:rPr>
              <a:t>Manifest + sources</a:t>
            </a:r>
          </a:p>
        </p:txBody>
      </p:sp>
      <p:sp>
        <p:nvSpPr>
          <p:cNvPr id="18" name="delivery-line-4">
            <a:extLst xmlns:a="http://schemas.openxmlformats.org/drawingml/2006/main">
              <a:ext uri="{FF2B5EF4-FFF2-40B4-BE49-F238E27FC236}">
                <a16:creationId xmlns:a16="http://schemas.microsoft.com/office/drawing/2014/main" id="{49D4BA53-2EB3-4CFD-8E04-FB5C19B6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2247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livery-signal">
            <a:extLst xmlns:a="http://schemas.openxmlformats.org/drawingml/2006/main">
              <a:ext uri="{FF2B5EF4-FFF2-40B4-BE49-F238E27FC236}">
                <a16:creationId xmlns:a16="http://schemas.microsoft.com/office/drawing/2014/main" id="{301019BF-8108-4DFF-B676-1E2C6EFE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D5BCCC8-814C-44A1-8887-15AA307F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FE78626-FD34-4852-909F-7C74038C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CREATE PRESENTATIONS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226C471-8AFE-463C-BEFC-07E64A86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677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27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F80EBEBC-FEF3-491A-8828-1DFE75D8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EFF"/>
                </a:solidFill>
              </a:defRPr>
            </a:pPr>
            <a:r>
              <a:rPr sz="900" b="1">
                <a:solidFill>
                  <a:srgbClr val="9FBEFF"/>
                </a:solidFill>
              </a:rPr>
              <a:t>INSTALL · BRIEF · CHOOSE · BUILD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761E9D1-FED1-4B41-9B42-73042570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7620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One skill.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Multiple models.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Presentation-ready evidence.</a:t>
            </a:r>
          </a:p>
        </p:txBody>
      </p:sp>
      <p:sp>
        <p:nvSpPr>
          <p:cNvPr id="3" name="closing-disc">
            <a:extLst xmlns:a="http://schemas.openxmlformats.org/drawingml/2006/main">
              <a:ext uri="{FF2B5EF4-FFF2-40B4-BE49-F238E27FC236}">
                <a16:creationId xmlns:a16="http://schemas.microsoft.com/office/drawing/2014/main" id="{1F11AD65-473C-446D-B022-1C101133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71600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plane">
            <a:extLst xmlns:a="http://schemas.openxmlformats.org/drawingml/2006/main">
              <a:ext uri="{FF2B5EF4-FFF2-40B4-BE49-F238E27FC236}">
                <a16:creationId xmlns:a16="http://schemas.microsoft.com/office/drawing/2014/main" id="{1B8E42E4-BFC5-4A89-8AAA-7A0B7BAD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33750"/>
            <a:ext cx="2857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AA5881-ECFE-42CE-8A53-E0FB0058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D8FF"/>
                </a:solidFill>
              </a:defRPr>
            </a:pPr>
            <a:r>
              <a:rPr sz="1500" b="1">
                <a:solidFill>
                  <a:srgbClr val="C9D8FF"/>
                </a:solidFill>
              </a:rPr>
              <a:t>npx skills add</a:t>
            </a:r>
          </a:p>
          <a:p xmlns:a="http://schemas.openxmlformats.org/drawingml/2006/main">
            <a:pPr algn="l">
              <a:defRPr sz="1500" b="1">
                <a:solidFill>
                  <a:srgbClr val="C9D8FF"/>
                </a:solidFill>
              </a:defRPr>
            </a:pPr>
            <a:r>
              <a:rPr sz="1500" b="1">
                <a:solidFill>
                  <a:srgbClr val="C9D8FF"/>
                </a:solidFill>
              </a:rPr>
              <a:t>minoltaMF/create-presentations-skill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0897F33-F435-49D9-A2A9-39FF49E9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C04776-5730-4ACF-BE63-20017536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CREATE PRESENTATIONS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7363FD-B7D1-484C-BFB8-C7B9D8C3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84251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2026-08-10T05:29:15.4150000Z</dcterms:created>
  <dcterms:modified xsi:type="dcterms:W3CDTF">2026-08-10T05:29:15.4150000Z</dcterms:modified>
</coreProperties>
</file>